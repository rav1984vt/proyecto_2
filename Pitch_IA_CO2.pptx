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02C23"/>
                </a:solidFill>
                <a:latin typeface="Arial"/>
              </a:rPr>
              <a:t>IA para la Reducción de CO₂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2E7559"/>
                </a:solidFill>
                <a:latin typeface="Arial"/>
              </a:rPr>
              <a:t>Pitch de Negocio y Data Science basado en Energía Sostenible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C23"/>
                </a:solidFill>
                <a:latin typeface="Arial"/>
              </a:rPr>
              <a:t>1. El Desafío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El Problema: Las leyes castigan cada vez más a las empresas que contaminan. Las multas por emitir mucho CO₂ son millonarias.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La Oportunidad: Los gobiernos y empresas necesitan saber cuánto CO₂ emitirán para evitar multas antes de que sea tarde.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C23"/>
                </a:solidFill>
                <a:latin typeface="Arial"/>
              </a:rPr>
              <a:t>2. Nuestra Solución (El Producto)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¿Qué ofrecemos?: Un software con Inteligencia Artificial que predice las emisiones de CO₂ por país y sector.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El Valor: Ayudamos a planificar estrategias de energía limpia para bajar el CO₂ antes de romper las leyes ambientales.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C23"/>
                </a:solidFill>
                <a:latin typeface="Arial"/>
              </a:rPr>
              <a:t>3. Capacidad de Data Science 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Análisis de Datos: Usamos datos históricos de energía sostenible y crecimiento económico para entender qué causa el CO₂.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Predicción del Futuro: Usamos modelos de regresión avanzados para calcular las emisiones de CO₂ a 5, 10 y 20 años.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Simulador de Escenarios: El sistema muestra qué pasa con el CO₂ si se añade más energía solar o eólica.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C23"/>
                </a:solidFill>
                <a:latin typeface="Arial"/>
              </a:rPr>
              <a:t>4. Mercado Objetivo (Quién compra)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Grandes Industrias: Empresas que necesitan comprar bonos de carbono o reducir sus gases contaminantes.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Consultoras de Sostenibilidad: Firmas que asesoran a corporaciones en planes de carbono neutralidad.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Gobiernos y Reguladores: Entidades que crean las leyes de transición energética.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2C23"/>
                </a:solidFill>
                <a:latin typeface="Arial"/>
              </a:rPr>
              <a:t>5. Modelo de Negocio (Monetización)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Suscripción SaaS: Acceso a la plataforma web con mapas interactivos y alertas de límites de CO₂.</a:t>
            </a:r>
          </a:p>
          <a:p>
            <a:pPr>
              <a:spcAft>
                <a:spcPts val="2000"/>
              </a:spcAft>
            </a:pPr>
            <a:r>
              <a:rPr sz="1800" b="0">
                <a:solidFill>
                  <a:srgbClr val="3C3C3C"/>
                </a:solidFill>
                <a:latin typeface="Arial"/>
              </a:rPr>
              <a:t>• Consultoría Especializada: Venta de modelos predictivos personalizados para la infraestructura de un cliente específico.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